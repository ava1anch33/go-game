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Switching Feature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User Experience in Login Interface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 enables users from different regions to access the application in their preferred language.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accessibility for international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Improved user experience and satisfaction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Easy language switching without reloading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280160"/>
            <a:ext cx="3657600" cy="54864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03520" y="201168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251460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514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306324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0" y="36576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219EB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中文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13048"/>
            <a:ext cx="82296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Switcher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8288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109728" cy="5029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Vue.js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109728" cy="5029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Internationalization Library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109728" cy="5029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/ YAML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182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109728" cy="5029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8221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Preference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Flow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54880" y="169164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60620" y="2148840"/>
            <a:ext cx="0" cy="320040"/>
          </a:xfrm>
          <a:prstGeom prst="line">
            <a:avLst/>
          </a:prstGeom>
          <a:noFill/>
          <a:ln w="254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i18n Config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947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language resources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60620" y="2926080"/>
            <a:ext cx="0" cy="320040"/>
          </a:xfrm>
          <a:prstGeom prst="line">
            <a:avLst/>
          </a:prstGeom>
          <a:noFill/>
          <a:ln w="25400">
            <a:solidFill>
              <a:srgbClr val="8ECA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Translation Files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EN/CN text mappings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960620" y="3703320"/>
            <a:ext cx="0" cy="320040"/>
          </a:xfrm>
          <a:prstGeom prst="line">
            <a:avLst/>
          </a:prstGeom>
          <a:noFill/>
          <a:ln w="25400">
            <a:solidFill>
              <a:srgbClr val="8ECA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Language Switcher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3502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 for toggle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02336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492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User Preference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924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LocalStorage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23047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297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Example: Language Switch Function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switchLanguage = (lang) =&gt; { i18n.changeLanguage(lang); localStorage.setItem('lang', lang); }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01168" cy="201168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language switching without page reload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201168" cy="201168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58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language preference across sessions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201168" cy="201168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15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intuitive UI integrated into login form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201168" cy="201168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729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extend with additional languages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F8F9FA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1856232"/>
            <a:ext cx="137160" cy="1371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Language Support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984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Arabic, Hebrew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313432"/>
            <a:ext cx="137160" cy="1371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441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language setting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770632"/>
            <a:ext cx="137160" cy="1371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898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Japanese, Korean, Spanish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227832"/>
            <a:ext cx="137160" cy="1371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translations online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2304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Attention!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13716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2026-04-07T15:05:57Z</dcterms:created>
  <dcterms:modified xsi:type="dcterms:W3CDTF">2026-04-07T15:05:57Z</dcterms:modified>
</cp:coreProperties>
</file>